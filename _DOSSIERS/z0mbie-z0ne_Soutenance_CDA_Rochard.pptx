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9" d="100"/>
          <a:sy n="219" d="100"/>
        </p:scale>
        <p:origin x="12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738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zØmbie zØne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 d'attractions fictif post-apocalyptique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486400" cy="2743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Professionnel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9659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 — Concepteur Développeur d'Applications — Niv.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239572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Stéphane Rochard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254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82549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O'clock — RNCP37873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2552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25526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juin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685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68503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sharo.fr   |   sharo.fr/api/docs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Plan de la présentation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3891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8778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&amp; candidat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35024"/>
            <a:ext cx="43891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3502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13716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— Visiteur / Membre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43891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" y="18653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— Admin &amp; contraintes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43891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2257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" y="2359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SCRUM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438912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1635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" y="28529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10128"/>
            <a:ext cx="438912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1012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33467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(MCD)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803904"/>
            <a:ext cx="438912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0390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7824" y="38404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justifiée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43891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976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" y="43342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 — Authentification JWT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791456"/>
            <a:ext cx="43891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9145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7824" y="4828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 — Code &amp; sécurité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841248"/>
            <a:ext cx="438912" cy="384048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84124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12664" y="8778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tests — 151 tests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1335024"/>
            <a:ext cx="438912" cy="384048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33502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12664" y="13716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d'essai — Cycle JWT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1828800"/>
            <a:ext cx="438912" cy="38404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18288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12664" y="18653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— CI/CD &amp; pipeline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2322576"/>
            <a:ext cx="438912" cy="38404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32257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12664" y="2359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— Docker &amp; VPS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2816352"/>
            <a:ext cx="43891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81635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12664" y="28529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techniques résolues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3310128"/>
            <a:ext cx="43891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31012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12664" y="33467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futures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00600" y="3803904"/>
            <a:ext cx="43891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80390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12664" y="38404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AT1 — Développer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00600" y="4297680"/>
            <a:ext cx="438912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42976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12664" y="43342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AT2 &amp; AT3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00600" y="4791456"/>
            <a:ext cx="438912" cy="38404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479145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312664" y="4828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— Projet &amp; Candidat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 projet zØmbie zØne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Site de réservation d'un parc fictif post-apocalyptique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Vitrine immersive + espace client + backoffice admin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Réalisé en solo — contexte professionnel simulé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Déployé en production : sharo.fr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 acteurs : Visiteur, Membre, Admin, Système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Monorepo TypeScript — backend + frontend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Rôles endossés (solo)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261872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2618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0912" y="146304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user stories, priorisation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847088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8470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10912" y="20482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hebdo, GitHub Projects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432304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4323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263347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patterns, conventions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0175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Back-End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10912" y="321868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JWT, BDD, sécurité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6027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6027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Front-End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380390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React, Zustand, routing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4187952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41879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QA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10912" y="43891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Docker, CI/CD, VPS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3/18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— Cahier des charges — Visiteur &amp; Membre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86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: Ados / jeunes adultes 16-30 ans  ·  Mobile-first  ·  Design immersif horror  ·  RGAA 60%+  ·  RGPD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333756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Visiteur (non connecté)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47088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Parcourir toutes les activités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Filtrer par catégorie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Voir le détail d'une activité (description, prix, sessions)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S'inscrire avec email + mot de passe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 connecter / Se déconnecter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Navigation mobile-first responsive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114800" cy="3337560"/>
          </a:xfrm>
          <a:prstGeom prst="rect">
            <a:avLst/>
          </a:prstGeom>
          <a:solidFill>
            <a:srgbClr val="F0F0F0"/>
          </a:solidFill>
          <a:ln w="12700">
            <a:solidFill>
              <a:srgbClr val="7FBA00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63040"/>
            <a:ext cx="4114800" cy="32004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Membre (connecté)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847088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Tout ce que peut faire le Visiteur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Gérer son panier (add/remove, quantité)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Voir le total HT + TVA + TTC en temps réel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Passer commande → statut Pending → Confirmed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Annuler une commande en statut Pending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Consulter l'historique de ses commandes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Modifier son profil, changer son mot de passe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Supprimer son compte (soft delete RGPD)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4/18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 — Cahier des charges — Admin &amp; Contraintes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114800" cy="2331720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41148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Administrateur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25296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CRUD Activités + upload bannière &amp; miniature WebP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CRUD Sessions — blocage si commandes liées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CRUD Catégories — blocage si liée à une activité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Lire / modifier tous les utilisateurs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Lire / modifier le statut de toutes les commandes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114800" cy="233172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41248"/>
            <a:ext cx="41148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41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Contraintes techniques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25296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httpOnly — jamais localStorage / sessionStorage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Validation Zod sur tous les inputs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argon2id pour les mots de passe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151 tests automatisés + CI verte obligatoire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multi-stage · GitHub Actions CI/CD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150876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Contraintes qualité &amp; conformité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1554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30752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mobile-first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31136" y="3730752"/>
            <a:ext cx="1554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31136" y="3730752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RGAA 2.1 → 60%+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13632" y="3730752"/>
            <a:ext cx="1554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3730752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(soft delete users/orders)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96128" y="3730752"/>
            <a:ext cx="1554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6128" y="3730752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(slugs auto)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78624" y="3730752"/>
            <a:ext cx="1554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78624" y="3730752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Éco-conception (WebP, pagination, lazy loading)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5/18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 — Gestion de projet SCRUM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182880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Planning des 5 sprints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9144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Sprint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234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API 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2344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Prisma, migrations, API REST, seeding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499616"/>
            <a:ext cx="91440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96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Sprint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1499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14996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httpOnly, register/login/refresh/logout, middlewares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764792"/>
            <a:ext cx="91440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64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Sprint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1764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Frontend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176479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Commandes, panier Zustand, espace client, apiFetch 401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029968"/>
            <a:ext cx="914400" cy="21945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29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Sprint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2029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Deploy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20299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CRUD, Docker multi-stage, CI/CD, VPS Ionos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295144"/>
            <a:ext cx="914400" cy="219456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951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Sprint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2295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Hardening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66160" y="229514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tests Vitest+Supertest, audit sécurité, Swagger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88920"/>
            <a:ext cx="411480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788920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Rituels Scrum (solo)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17296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Product Backlog — issues GitHub labellisées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Sprint Planning hebdomadaire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Daily Stand-up → journal de bord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Sprint Review + Retrospective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DoD : lint ✅ + tests ✅ + PR mergée + CI 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788920"/>
            <a:ext cx="411480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Traçabilité issue → commit → PR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17296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Branche dédiée par issue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Commits conventionnels EN (feat/fix/chore…)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 mergée avec référence closes #N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 verte obligatoire avant merge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Exemple réel : PR #22 — suppression deleted_at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6/18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 — Architecture logicielle multicouche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155448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Présentation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96926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· React Router 7 · Zustand · apiFetch intercepteur 401 · cookies httpOnly (jamais localStorage)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8412480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73352"/>
            <a:ext cx="155448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733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Métier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0939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1801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· TypeScript · routes → middlewares (Zod, requireAuth, requireRole) → controllers → helpers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8412480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05456"/>
            <a:ext cx="155448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054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Accès données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57400" y="2633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 · requêtes paramétrées · select explicite · $transaction · soft delete RGPD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8412480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37560"/>
            <a:ext cx="1554480" cy="7132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375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Persistance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7581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57400" y="34655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FK · normalisation 3NF · BDD test isolée zombiezone_test · migrations versionnées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69664"/>
            <a:ext cx="8412480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6B21A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69664"/>
            <a:ext cx="1554480" cy="7132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696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57400" y="4297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httpOnly+Secure+SameSite=Strict · argon2id · Zod · CORS strict · OWASP Top 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</a:t>
            </a:r>
            <a:r>
              <a:rPr lang="en-US" sz="90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zØne</a:t>
            </a:r>
            <a:r>
              <a:rPr lang="en-US" sz="90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90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</a:t>
            </a:r>
            <a:r>
              <a:rPr lang="en-US" sz="90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CDA · </a:t>
            </a:r>
            <a:r>
              <a:rPr lang="en-US" sz="90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Stéphane</a:t>
            </a:r>
            <a:r>
              <a:rPr lang="en-US" sz="90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Rochard · 9 </a:t>
            </a:r>
            <a:r>
              <a:rPr lang="en-US" sz="90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</a:t>
            </a:r>
            <a:r>
              <a:rPr lang="en-US" sz="90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  |  7/18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 — Modèle de données (MCD)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283464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8412480" cy="3017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Entités et cardinalités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0" y="1207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1207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77640" y="1207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0,N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1207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user a exactement un rôle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7764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0,N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3212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Multi-appareils — token par device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1168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7764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0,N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32120" y="1901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user peut avoir N commandes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2249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11680" y="22494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23160" y="2249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orders_lines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77640" y="2249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1,N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212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= ≥1 ligne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011680" y="25968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2316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orders_lines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7764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0,N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2596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référencée dans N lignes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011680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2316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7764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0,N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32120" y="2944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→ N sessions planifiées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011680" y="3291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42316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97764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0,N — 0,N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3212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M-N via table activities_categories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Choix de conception notables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411480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(deleted_at) sur users &amp; orders uniquement — RGPD &amp; audit  ·  Hard delete sur activities/sessions/categories — libère les images  ·  unit_price_ht + vat_rate figés dans orders_lines — historique immuable des prix  ·  token_id UUID dans RefreshToken — lookup O(1), comparaison argon2.verify  ·  slug auto-généré — URLs SEO-friendly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8/18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 — Stack technique justifiée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4251960" cy="274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Node.js 22 + Express 5  ·  Back-end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JS natif async/await, Express 5 : meilleure gestion erreurs async, middleware chain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841248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41248"/>
            <a:ext cx="4251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412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TypeScript 5 strict  ·  Full-stack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15214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Typage statique, zéro any, détection erreurs à la compilation, interfaces partagées back/front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792224"/>
            <a:ext cx="425196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922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Prisma 5  ·  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déclaratif, migrations versionnées, client typé, select explicite anti-fuite données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792224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1E40AF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792224"/>
            <a:ext cx="4251960" cy="274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922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PostgreSQL 16  ·  Base de données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10312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SGBDR ACID, FK robustes, idéal pour données relationnelles à forte cohérence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743200"/>
            <a:ext cx="42519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432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Zod + argon2id  ·  Sécurité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05409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: validation runtime tous inputs. argon2id : résistant GPU/ASIC — recommandé OWASP 2023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743200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1565C0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743200"/>
            <a:ext cx="425196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7432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React 19 + Vite 6  ·  Front-end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05409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performante, HMR natif, code splitting, tree-shaking, React concurrent features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694176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4A148C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94176"/>
            <a:ext cx="4251960" cy="2743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941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Zustand  ·  State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0050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minimaliste sans boilerplate, hydration safe, persist optionnel (basket uniquement)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694176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694176"/>
            <a:ext cx="4251960" cy="274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941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Biome 2.x  ·  Qualité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40050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+ formateur unifié back + front, ~10x plus rapide qu'ESLint+Prettier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645152"/>
            <a:ext cx="8412480" cy="411480"/>
          </a:xfrm>
          <a:prstGeom prst="rect">
            <a:avLst/>
          </a:prstGeom>
          <a:solidFill>
            <a:srgbClr val="F0F0F0"/>
          </a:solidFill>
          <a:ln w="12700">
            <a:solidFill>
              <a:srgbClr val="7FBA00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645152"/>
            <a:ext cx="1645920" cy="41148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45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Vitest + Supertest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03120" y="4645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37560" y="464515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TypeScript natif, Supertest monte Express en mémoire sans port réel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 — Authentification JWT — Réalisation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126187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POST /login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81912" y="1170432"/>
            <a:ext cx="173736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841248"/>
            <a:ext cx="1261872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55648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argon2.verify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55648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BDD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170432"/>
            <a:ext cx="173736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91256" y="841248"/>
            <a:ext cx="1261872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91256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generateTokens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91256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15m + refresh 7j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53128" y="1170432"/>
            <a:ext cx="173736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841248"/>
            <a:ext cx="1261872" cy="777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Set-Cookie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+ Secure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88736" y="1170432"/>
            <a:ext cx="173736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62472" y="841248"/>
            <a:ext cx="1261872" cy="77724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62472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Request + 401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62472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24344" y="1170432"/>
            <a:ext cx="173736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841248"/>
            <a:ext cx="1261872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POST /refresh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+ retry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1810512"/>
            <a:ext cx="4206240" cy="2999232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1810512"/>
            <a:ext cx="420624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81051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Implémentation backend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2176272"/>
            <a:ext cx="3840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Access token 15 min — Refresh token 7 j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Cookies httpOnly + Secure + SameSite=Strict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Rotation systématique à chaque /refresh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token_id UUID stocké en BDD → révocation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Middleware requireAuth : guard clause rapide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requireRole : vérification rôle après auth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Réponse anti-oracle : même msg email/mdp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1810512"/>
            <a:ext cx="4023360" cy="2999232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810512"/>
            <a:ext cx="402336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81051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apiFetch — Frontend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2176272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Intercepteur 401 transparent pour l'UI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/auth/refresh → retry la requête initiale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Promise singleton : refreshPromise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Évite race condition React StrictMode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 appels simultanés → même Promise partagée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credentials: include sur toutes les requêtes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Logout → localStorage.removeItem basket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10/18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09 — Réalisations — Code &amp; Sécurité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27432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274320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OWASP Top 10 — couverture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2468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A01 Broken Access Control → requireAuth + requireRole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A02 Crypto Failures → argon2id + httpOnly + HTTPS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A03 Injection → Zod validation + Prisma paramétré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A07 Auth Failures → rotation tokens + révocation BDD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A09 Logging → morgan + gestion erreurs typées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841248"/>
            <a:ext cx="27432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841248"/>
            <a:ext cx="274320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84124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Composants d'accès données (CP8)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207008"/>
            <a:ext cx="2468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$transaction Prisma : createOrder (verif. capacité atomique)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select explicite : password_hash jamais retourné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getPagination helper réutilisable (offset/limit)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Soft delete RGPD : deleted_at sur users/orders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Hard delete activities/sessions → libère images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841248"/>
            <a:ext cx="27432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841248"/>
            <a:ext cx="27432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84124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Interface React — réalisations notables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207008"/>
            <a:ext cx="2468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Guard bfcache : Cache-Control no-store + vérif. réseau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Basket Zustand : persist localStorage (non sensible)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Upload WebP bannière + miniature via Sharp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Pagination 12 éléments / page côté API</a:t>
            </a:r>
            <a:endParaRPr lang="en-US" sz="10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Slug auto-généré : SEO-friendly sans dépendance nom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11/18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 — Plan de tests — 151 tests automatisés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1920240" cy="1170432"/>
          </a:xfrm>
          <a:prstGeom prst="rect">
            <a:avLst/>
          </a:prstGeom>
          <a:solidFill>
            <a:srgbClr val="F0F0F0"/>
          </a:solidFill>
          <a:ln w="12700">
            <a:solidFill>
              <a:srgbClr val="7FBA00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7FBA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841248"/>
            <a:ext cx="1920240" cy="1170432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D948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41248"/>
            <a:ext cx="1920240" cy="1170432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unitaires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841248"/>
            <a:ext cx="1920240" cy="1170432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D9770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766560" y="1508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deploy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4206240" cy="2670048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48840"/>
            <a:ext cx="420624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4884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Tests d'intégration — Supertest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5146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auth.test.ts — 18 tests (login, refresh, logout, révocation)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activities.test.ts — CRUD complet + pagination + filtres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orders.test.ts — createOrder + vérif. capacité sessions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users.test.ts — soft delete, ownership, rôles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BDD test isolée — resetDatabase() avant chaque suite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request.agent(app) pour cookies persistants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4023360" cy="2670048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148840"/>
            <a:ext cx="402336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14884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Tests unitaires — Vitest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5146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tokens.test.ts — generateAccessToken / generateRefreshToken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auth.test.ts — hashPassword / verifyPassword (argon2id)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slugify.test.ts — cas nominaux + accents + collisions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getPagination.test.ts — offset/limit/page/perPage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Couverture : cas nominaux + limites + erreurs attendues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Scripts : test:unit, test:integration, test:coverage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12/18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 — Jeu d'essai — Cycle JWT complet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694944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50292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88696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valide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200 OK — 2 cookies httpOnly définis (access + refresh)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36776"/>
            <a:ext cx="8412480" cy="694944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36776"/>
            <a:ext cx="502920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36776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68249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mot de passe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9842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401 — 'Invalid credentials' (même msg email inconnu → anti-oracle)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8412480" cy="694944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32304"/>
            <a:ext cx="50292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32304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47802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expiré → Refresh auto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7797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401 → POST /refresh → rotation token_id BDD → retry 200 OK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227832"/>
            <a:ext cx="8412480" cy="694944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27832"/>
            <a:ext cx="502920" cy="69494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27832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2735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sans authentification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5753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401 — 'No token' — guard clause middleware déclenché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8412480" cy="694944"/>
          </a:xfrm>
          <a:prstGeom prst="rect">
            <a:avLst/>
          </a:prstGeom>
          <a:solidFill>
            <a:srgbClr val="F0F0F0"/>
          </a:solidFill>
          <a:ln w="12700">
            <a:solidFill>
              <a:srgbClr val="6B21A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023360"/>
            <a:ext cx="502920" cy="69494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23360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6908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+ refreshToken révoqué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3708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Logout 200 → POST /refresh avec ancien token → 401 token_id absent BDD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475488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écart constaté · Les 18 tests auth.test.ts reproduisent ces scénarios de manière exhaustive · Amélioration identifiée : rate limiting sur /login (anti-brute-force)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 — Pipeline CI/CD — GitHub Actions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1097280" cy="86868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git push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master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71600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7048" y="841248"/>
            <a:ext cx="1097280" cy="8686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27048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Checkout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Node 22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24328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9776" y="841248"/>
            <a:ext cx="1097280" cy="8686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79776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npm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install:all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77056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32504" y="841248"/>
            <a:ext cx="10972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32504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Biome 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9784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85232" y="841248"/>
            <a:ext cx="1097280" cy="86868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85232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151 Tests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Vitest 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82512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841248"/>
            <a:ext cx="109728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Build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tsc+vite ✅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35240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90688" y="841248"/>
            <a:ext cx="109728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90688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Deploy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SSH → VPS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95160" y="1810512"/>
            <a:ext cx="18288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810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refs/heads/master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267712"/>
            <a:ext cx="4206240" cy="2532888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267712"/>
            <a:ext cx="420624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26771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Services CI (ephemeral)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2633472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 16 éphémère dans le runner GitHub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zombiezone_test — restaurée à chaque run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Prisma migrate deploy avant les tests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 env séparé de dev et de prod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Timeout : 10 min max par job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2267712"/>
            <a:ext cx="4023360" cy="2532888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267712"/>
            <a:ext cx="402336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26771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Déclenchement &amp; stratégie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2633472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Déclenché sur push master + toutes les PR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Deploy SSH uniquement sur push master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Fail-fast : lint échoue → tests ne tournent pas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Secrets GitHub : SSH_KEY, DB_URL, etc.</a:t>
            </a:r>
            <a:endParaRPr lang="en-US" sz="11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Procédure de mise à jour documentée DEPLOY.md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14/18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13 — Déploiement — Docker &amp; VPS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1148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41148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Infrastructure VPS Ionos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Ubuntu 24.04 LTS — 2 vCPU / 2 GB RAM / 80 GB NVMe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Nginx : SSL termination + redirect HTTP→HTTPS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Proxy /api/ → backend:3000 (Docker interne)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SPA fallback : try_files → index.html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Let's Encrypt — renouvellement automatique Certbot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 port 5432 interne Docker — non exposé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Domaine : sharo.fr → DNS A 82.165.180.54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1148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41248"/>
            <a:ext cx="4114800" cy="3017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4124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Docker multi-stage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07008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Stage builder : node:22 + tsc → dist/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Stage runner : node:22-alpine (dist/ uniquement)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Image prod allégée — sans sources TypeScript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Symlink prisma/migrations (piège résolu)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 services Docker Compose prod :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 db → PostgreSQL 16 Alpine (volume pgdata)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 backend → Node 22 Alpine (dist/, .env.production)</a:t>
            </a:r>
            <a:endParaRPr lang="en-US" sz="11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 frontend → Nginx Alpine (build Vite statique)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15/18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14 — Difficultés techniques résolues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932688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64008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778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Race condition — Refresh token (React StrictMode)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15214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Double-invoke des effets → 2 appels /auth/refresh simultanés → token déjà rotaté → 401 au 2e appel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4264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Promise singleton (let refreshPromise: Promise&lt;void&gt; | null = null) partagé dans apiFetch + store Zustand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8412480" cy="932688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92808"/>
            <a:ext cx="64008" cy="9326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29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bfcache — Page protégée visible après déconnexion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2037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Bouton 'Précédent' restaure la page depuis la mémoire du navigateur — aucun JS ne s'exécute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478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Cache-Control: no-store sur les routes protégées + guard réseau au montage de chaque page d'espace client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8412480" cy="932688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44368"/>
            <a:ext cx="64008" cy="9326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9809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770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Docker multi-stage — Migrations Prisma introuvables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25526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prisma migrate deploy cherche prisma/migrations relatif au CWD (/app/backend) — 'No migration found' en prod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5295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Symlink backend/prisma/migrations → backend/src/models/migrations dans le Dockerfile — documenté DEPLOY.md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95928"/>
            <a:ext cx="8412480" cy="932688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95928"/>
            <a:ext cx="64008" cy="9326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325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4785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Biome 2.x — Conflit config en monorepo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430682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Exécution depuis la racine → conflit biome.json racine vs vite-frontend/biome.json → erreur CI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581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Exécution depuis chaque workspace (cd vite-frontend &amp;&amp; npx biome check src/) — documenté CLAUDE.md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16/18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 — Améliorations futures &amp; axes 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425196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877824"/>
            <a:ext cx="82296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8778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207008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sur /api/auth/* — protection anti-brute-force. Identifié lors du jeu d'essai.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841248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841248"/>
            <a:ext cx="425196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4124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Emails transactionnels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877824"/>
            <a:ext cx="82296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8778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10328" y="1207008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/ Resend : confirmation inscription + commande (lignes HT + total TTC).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31136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231136"/>
            <a:ext cx="4251960" cy="3017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3113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Paiement Stripe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49040" y="2267712"/>
            <a:ext cx="82296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267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259689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Stripe pour confirmation de commande — prévu V2 (hors MVP selon cahier des charges).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2231136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231136"/>
            <a:ext cx="425196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23113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Tests E2E Playwright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83880" y="2267712"/>
            <a:ext cx="82296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2267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0328" y="259689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complet navigateur : login → réservation → confirmation → annulation.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621024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6B21A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21024"/>
            <a:ext cx="4251960" cy="30175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2102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i18n FR/EN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49040" y="3657600"/>
            <a:ext cx="822960" cy="228600"/>
          </a:xfrm>
          <a:prstGeom prst="rect">
            <a:avLst/>
          </a:prstGeom>
          <a:solidFill>
            <a:srgbClr val="99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3657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3986784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multilingue prévu dans l'architecture (routes /fr et /en), non implémenté.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621024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1E40AF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621024"/>
            <a:ext cx="4251960" cy="3017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62102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RGAA complet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83880" y="3657600"/>
            <a:ext cx="822960" cy="228600"/>
          </a:xfrm>
          <a:prstGeom prst="rect">
            <a:avLst/>
          </a:prstGeom>
          <a:solidFill>
            <a:srgbClr val="99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3657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10328" y="3986784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accessibilité pour dépasser 60% — tests lecteur d'écran, navigation clavier complète.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17/18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16-17 — Compétences CDA — 11 CP couvertes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2788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AT1 — Développer une appli sécurisée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61288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6128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20700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 &amp; config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50876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Docker, Biome, CI/CD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21408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2140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16712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4688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mobile-first, RGAA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8152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81528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8152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312724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métier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4290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5, Zod, middlewares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41648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4164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08736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projet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43891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SCRUM, GitHub Projects, commits EN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841248"/>
            <a:ext cx="27889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841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AT2 — Concevoir &amp; développer (couches)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116128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1161288"/>
            <a:ext cx="5029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16128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04488" y="120700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&amp; maquetter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04488" y="150876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charges, user stories, Figma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37560" y="212140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37560" y="2121408"/>
            <a:ext cx="5029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12140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04488" y="216712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04488" y="24688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Multicouche SPA↔API↔BDD, traçabilité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37560" y="308152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37560" y="3081528"/>
            <a:ext cx="5029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08152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904488" y="312724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04488" y="34290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MCD/MPD, Prisma migrations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37560" y="404164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337560" y="4041648"/>
            <a:ext cx="5029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404164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CP8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904488" y="408736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données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904488" y="43891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ORM, $transaction, soft delete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841248"/>
            <a:ext cx="2834640" cy="274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841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AT3 — Préparer le déploiement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1161288"/>
            <a:ext cx="283464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09360" y="1161288"/>
            <a:ext cx="502920" cy="868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116128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CP9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76288" y="120700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tests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76288" y="15087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tests Vitest + Supertest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09360" y="2121408"/>
            <a:ext cx="283464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309360" y="2121408"/>
            <a:ext cx="502920" cy="868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212140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CP10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876288" y="21671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doc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876288" y="24688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DEPLOY.md, Docker, Swagger, TESTS.md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309360" y="3081528"/>
            <a:ext cx="283464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09360" y="3081528"/>
            <a:ext cx="502920" cy="868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308152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CP11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876288" y="312724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876288" y="34290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Nginx, SSL, VPS Ionos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16-17/18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zØmbie zØne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fullstack TypeScript — déployée en production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1783080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6002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 couvertes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572768"/>
            <a:ext cx="1783080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7FBA00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6002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7FBA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97480" y="22402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572768"/>
            <a:ext cx="1783080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6002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948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09160" y="22402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1572768"/>
            <a:ext cx="1783080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3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6002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smtClean="0">
                <a:solidFill>
                  <a:srgbClr val="D9770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79,99%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720840" y="22402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2926080"/>
            <a:ext cx="6400800" cy="2743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35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Express 5 · Prisma · PostgreSQL · React 19 · Vite · Zustand · Docker · GitHub Actions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3401568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Production : sharo.fr</a:t>
            </a:r>
            <a:endParaRPr lang="en-US" sz="14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API docs : sharo.fr/api/docs</a:t>
            </a:r>
            <a:endParaRPr lang="en-US" sz="14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Code : github.com/5h4r0/z0mbiez0ne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Merci — Questions 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2641</Words>
  <Application>Microsoft Office PowerPoint</Application>
  <PresentationFormat>Affichage à l'écran (16:9)</PresentationFormat>
  <Paragraphs>471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Impact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zØmbie zØne — Soutenance CDA</dc:title>
  <dc:subject>PptxGenJS Presentation</dc:subject>
  <dc:creator>Stéphane Rochard</dc:creator>
  <cp:lastModifiedBy>Stéphane</cp:lastModifiedBy>
  <cp:revision>3</cp:revision>
  <dcterms:created xsi:type="dcterms:W3CDTF">2026-06-02T20:35:01Z</dcterms:created>
  <dcterms:modified xsi:type="dcterms:W3CDTF">2026-06-02T20:49:49Z</dcterms:modified>
</cp:coreProperties>
</file>